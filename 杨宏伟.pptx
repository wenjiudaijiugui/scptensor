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 panose="020B0604020202020204"/>
              </a:rPr>
              <a:t>流水线延迟 (秒)</a:t>
            </a:r>
            <a:endParaRPr sz="10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执行时间</c:v>
                </c:pt>
              </c:strCache>
            </c:strRef>
          </c:tx>
          <c:spPr>
            <a:solidFill>
              <a:srgbClr val="0066CC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加载</c:v>
                </c:pt>
                <c:pt idx="1">
                  <c:v>质控</c:v>
                </c:pt>
                <c:pt idx="2">
                  <c:v>标准化</c:v>
                </c:pt>
                <c:pt idx="3">
                  <c:v>插补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1.2</c:v>
                </c:pt>
                <c:pt idx="2">
                  <c:v>0.8</c:v>
                </c:pt>
                <c:pt idx="3">
                  <c:v>3.5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162b0c1-1ddf-4331-b438-300aba10acd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3" name="Text 1"/>
          <p:cNvSpPr/>
          <p:nvPr/>
        </p:nvSpPr>
        <p:spPr>
          <a:xfrm>
            <a:off x="274320" y="27432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ScpTensor 项目概览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</a:rPr>
              <a:t>高性能单细胞蛋白质组学分析框架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46888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</a:rPr>
              <a:t>v0.2.0 | 2026年1月15日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0" cy="1828800"/>
          </a:xfrm>
          <a:prstGeom prst="line">
            <a:avLst/>
          </a:prstGeom>
          <a:noFill/>
          <a:ln w="381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</a:rPr>
              <a:t>战略愿景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256032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目标：构建连接质谱数据与生物学洞察的可扩展、生产级生态系统。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</a:rPr>
              <a:t>核心理念：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256032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</a:rPr>
              <a:t>不可变性 (Immutability)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</a:rPr>
              <a:t>类型安全 (Type Safety)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</a:rPr>
              <a:t>可扩展性 (Scalability)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26080"/>
            <a:ext cx="0" cy="1828800"/>
          </a:xfrm>
          <a:prstGeom prst="line">
            <a:avLst/>
          </a:prstGeom>
          <a:noFill/>
          <a:ln w="381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1752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</a:rPr>
              <a:t>系统架构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2377440" cy="731520"/>
          </a:xfrm>
          <a:prstGeom prst="rect">
            <a:avLst/>
          </a:prstGeom>
          <a:solidFill>
            <a:srgbClr val="EEF6FF"/>
          </a:solidFill>
          <a:ln w="12700">
            <a:solidFill>
              <a:srgbClr val="0066C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320040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4488"/>
                </a:solidFill>
              </a:rPr>
              <a:t>ScpContainer (容器)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4488"/>
                </a:solidFill>
              </a:rPr>
              <a:t>↓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4488"/>
                </a:solidFill>
              </a:rPr>
              <a:t>Assay (特征) → ScpMatrix (稀疏矩阵)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06908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</a:rPr>
              <a:t>溯源追踪：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297680"/>
            <a:ext cx="256032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</a:rPr>
              <a:t>掩码代码 (有效值, LOD, 插补值)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</a:rPr>
              <a:t>全流程审计日志记录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914400"/>
            <a:ext cx="274320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14400"/>
            <a:ext cx="0" cy="1645920"/>
          </a:xfrm>
          <a:prstGeom prst="line">
            <a:avLst/>
          </a:prstGeom>
          <a:noFill/>
          <a:ln w="38100">
            <a:solidFill>
              <a:srgbClr val="003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00584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</a:rPr>
              <a:t>近期里程碑 (v0.2.0)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1554480"/>
            <a:ext cx="256032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高级质控：双变量分析与批次检测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统计模块：5种新差异表达方法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测试覆盖：65% (1,423项测试通过)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文档完备：8个教程 + API参考手册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2743200"/>
            <a:ext cx="2743200" cy="20116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2743200"/>
            <a:ext cx="0" cy="2011680"/>
          </a:xfrm>
          <a:prstGeom prst="line">
            <a:avLst/>
          </a:prstGeom>
          <a:noFill/>
          <a:ln w="38100">
            <a:solidFill>
              <a:srgbClr val="003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83464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</a:rPr>
              <a:t>模块生态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10896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</a:rPr>
              <a:t>分析流程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3589020"/>
            <a:ext cx="128016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</a:rPr>
              <a:t>标准化 (8种方法)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</a:rPr>
              <a:t>插补 (KNN, SVD等)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</a:rPr>
              <a:t>整合 (Harmony等)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0" y="310896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</a:rPr>
              <a:t>计算内核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3646170"/>
            <a:ext cx="128016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</a:rPr>
              <a:t>降维 (PCA, UMAP)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</a:rPr>
              <a:t>聚类 (图聚类, KMeans)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</a:rPr>
              <a:t>特征选择 (HVG, VST)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914400"/>
            <a:ext cx="0" cy="1828800"/>
          </a:xfrm>
          <a:prstGeom prst="line">
            <a:avLst/>
          </a:prstGeom>
          <a:noFill/>
          <a:ln w="38100">
            <a:solidFill>
              <a:srgbClr val="008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00584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080"/>
                </a:solidFill>
              </a:rPr>
              <a:t>性能指标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1280160"/>
            <a:ext cx="2377440" cy="457200"/>
          </a:xfrm>
          <a:prstGeom prst="rect">
            <a:avLst/>
          </a:prstGeom>
          <a:solidFill>
            <a:srgbClr val="008080"/>
          </a:solidFill>
        </p:spPr>
      </p:sp>
      <p:sp>
        <p:nvSpPr>
          <p:cNvPr id="34" name="Text 32"/>
          <p:cNvSpPr/>
          <p:nvPr/>
        </p:nvSpPr>
        <p:spPr>
          <a:xfrm>
            <a:off x="6400800" y="137160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代码规模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137160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1.8万行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1828800"/>
            <a:ext cx="2377440" cy="457200"/>
          </a:xfrm>
          <a:prstGeom prst="rect">
            <a:avLst/>
          </a:prstGeom>
          <a:solidFill>
            <a:srgbClr val="008080"/>
          </a:solidFill>
        </p:spPr>
      </p:sp>
      <p:sp>
        <p:nvSpPr>
          <p:cNvPr id="37" name="Text 35"/>
          <p:cNvSpPr/>
          <p:nvPr/>
        </p:nvSpPr>
        <p:spPr>
          <a:xfrm>
            <a:off x="6400800" y="192024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稀疏加速比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1920240"/>
            <a:ext cx="6858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20倍</a:t>
            </a:r>
            <a:endParaRPr lang="en-US" sz="14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6126480" y="2926080"/>
          <a:ext cx="27432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0" name="Text 37"/>
          <p:cNvSpPr/>
          <p:nvPr/>
        </p:nvSpPr>
        <p:spPr>
          <a:xfrm>
            <a:off x="0" y="4846320"/>
            <a:ext cx="91440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WPS 演示</Application>
  <PresentationFormat>On-screen Show (16:9)</PresentationFormat>
  <Paragraphs>58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ScpTensor 项目状态报告</dc:title>
  <dc:creator>ScpTensor Team</dc:creator>
  <dc:subject>PptxGenJS Presentation</dc:subject>
  <cp:lastModifiedBy>书生</cp:lastModifiedBy>
  <cp:revision>3</cp:revision>
  <dcterms:created xsi:type="dcterms:W3CDTF">2026-01-18T11:26:00Z</dcterms:created>
  <dcterms:modified xsi:type="dcterms:W3CDTF">2026-01-19T00:53:36Z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C6EFC147539D4F2B923A912ECD5B7B36_12</vt:lpwstr>
  </property>
  <property fmtid="{D5CDD505-2E9C-101B-9397-08002B2CF9AE}" pid="3" name="KSOProductBuildVer">
    <vt:lpwstr>2052-12.1.0.24657</vt:lpwstr>
  </property>
</Properties>
</file>